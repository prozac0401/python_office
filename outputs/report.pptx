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Orders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Source: input.xlsx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Generated by office_automation (edit this in templates/ppt_template.pptx)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Preview (top rows)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Generated by office_automation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520"/>
                <a:gridCol w="1239520"/>
                <a:gridCol w="1239520"/>
                <a:gridCol w="1239520"/>
                <a:gridCol w="1239520"/>
                <a:gridCol w="1239520"/>
                <a:gridCol w="1239520"/>
                <a:gridCol w="1239520"/>
                <a:gridCol w="12395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12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UnitPrice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OrderDate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Total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minho1@example.com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108000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2026-02-04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sora2@example.com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hana3@example.com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Jisoo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2026-02-10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jisoo4@example.com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630000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2026-02-02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jun5@example.com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hana6@example.com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Seojun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seojun7@example.com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65000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Seojun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2026-02-05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seojun8@example.com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2026-01-31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minho9@example.com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Seojun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2026-02-03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seojun10@example.com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Hyunwoo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2026-02-07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hyunwoo11@example.com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Yuna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2026-02-08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yuna12@example.com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144000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by Category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Generated by office_automation</a:t>
            </a:r>
          </a:p>
        </p:txBody>
      </p:sp>
      <p:pic>
        <p:nvPicPr>
          <p:cNvPr id="5" name="Picture 4" descr="total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