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&lt;&lt;&lt;TITLE&gt;&gt;&gt;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&lt;&lt;&lt;SUBTITLE&gt;&gt;&gt;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Generated by office_automation (edit this in templates/ppt_template.pptx)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&lt;&lt;&lt;TABLE_SLIDE_TITLE&gt;&gt;&gt;</a:t>
            </a:r>
          </a:p>
        </p:txBody>
      </p:sp>
      <p:sp>
        <p:nvSpPr>
          <p:cNvPr id="3" name="TABLE_AREA"/>
          <p:cNvSpPr/>
          <p:nvPr/>
        </p:nvSpPr>
        <p:spPr>
          <a:xfrm>
            <a:off x="548640" y="1371600"/>
            <a:ext cx="11155680" cy="47548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(Table will be inserted here)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Generated by office_automation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&lt;&lt;&lt;CHART_SLIDE_TITLE&gt;&gt;&gt;</a:t>
            </a:r>
          </a:p>
        </p:txBody>
      </p:sp>
      <p:sp>
        <p:nvSpPr>
          <p:cNvPr id="3" name="CHART_AREA"/>
          <p:cNvSpPr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(Chart image will be inserted here)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Generated by office_automation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