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엑셀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부제목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데이터 표</a:t>
            </a:r>
          </a:p>
        </p:txBody>
      </p:sp>
      <p:sp>
        <p:nvSpPr>
          <p:cNvPr id="3" name="표_영역"/>
          <p:cNvSpPr/>
          <p:nvPr/>
        </p:nvSpPr>
        <p:spPr>
          <a:xfrm>
            <a:off x="548640" y="1371600"/>
            <a:ext cx="11155680" cy="47548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표_영역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분류별 합계</a:t>
            </a:r>
          </a:p>
        </p:txBody>
      </p:sp>
      <p:sp>
        <p:nvSpPr>
          <p:cNvPr id="3" name="차트_영역"/>
          <p:cNvSpPr/>
          <p:nvPr/>
        </p:nvSpPr>
        <p:spPr>
          <a:xfrm>
            <a:off x="731520" y="1280160"/>
            <a:ext cx="10789920" cy="4937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/>
            </a:pPr>
            <a:r>
              <a:t>차트_영역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